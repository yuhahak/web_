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9B7015-4D96-ADDA-E9D7-9B1AD4161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A1A2C9A-80C3-021F-FEA8-7C5ED2ACCB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0D7055-36F2-A91E-957A-8FE06AF76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76254-A1C5-40CB-8F7F-2FDA76863BEB}" type="datetimeFigureOut">
              <a:rPr lang="ko-KR" altLang="en-US" smtClean="0"/>
              <a:t>2022-06-24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15771A-F693-3796-7919-30F9C2842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5EA57F-BFCE-1FCB-2144-B5ACEE12E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93519-36A9-47E6-8028-E463F5D911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371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298B6C-CB8C-5480-2016-BB40452C3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493FF9-5811-F617-5EA6-04BEDB36A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01A8DA-A465-1BA9-77D1-104650423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76254-A1C5-40CB-8F7F-2FDA76863BEB}" type="datetimeFigureOut">
              <a:rPr lang="ko-KR" altLang="en-US" smtClean="0"/>
              <a:t>2022-06-24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5E44D6-0BAE-4283-364E-ED3037B84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379250-64B3-B72C-088B-A0B5DAD1F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93519-36A9-47E6-8028-E463F5D911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1330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644646-7E93-C01F-C588-D007189EC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5C92A9-1E6E-83C6-947B-BA1FCB6F7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5B350E-E972-0D1B-C8C3-DE755AC41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76254-A1C5-40CB-8F7F-2FDA76863BEB}" type="datetimeFigureOut">
              <a:rPr lang="ko-KR" altLang="en-US" smtClean="0"/>
              <a:t>2022-06-24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4512FE-2897-C8F2-0739-138973CB9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E69458-7A45-376B-8134-A1CBB2D24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93519-36A9-47E6-8028-E463F5D911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2513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82F9E4-39EB-706E-B0C5-0337ACD9A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3C91A3-4DDE-B08D-98A2-63178CB92C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26DA14-7DF6-5221-62AA-708A2702D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98248C-6DC7-A32D-BD7C-93D996DC2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76254-A1C5-40CB-8F7F-2FDA76863BEB}" type="datetimeFigureOut">
              <a:rPr lang="ko-KR" altLang="en-US" smtClean="0"/>
              <a:t>2022-06-24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4C8FD0-F0FA-2306-8218-D57996F02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617796-1B0E-B485-3C43-AB8B953C2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93519-36A9-47E6-8028-E463F5D911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004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24B464-7172-5494-3060-EDD7E8FB7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68268E-DFA2-646A-9B88-3CC335736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4BD9F35-1069-673E-D46E-BB00FB668C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6241FFB-0F24-B052-5E3A-0806290530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05A87CF-D57C-0358-CBC0-4D4F7B8067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31CB976-442D-4897-33B2-3F90DDEF4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76254-A1C5-40CB-8F7F-2FDA76863BEB}" type="datetimeFigureOut">
              <a:rPr lang="ko-KR" altLang="en-US" smtClean="0"/>
              <a:t>2022-06-24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F0C4EB2-64CD-DF66-85F6-5699903C8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9FDAFED-D32C-0C2B-D0DC-6115230C2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93519-36A9-47E6-8028-E463F5D911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164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9B5E40-6A2E-001C-6CC7-586519ECD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E60E61-87F1-4374-EFAE-B05B5227A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76254-A1C5-40CB-8F7F-2FDA76863BEB}" type="datetimeFigureOut">
              <a:rPr lang="ko-KR" altLang="en-US" smtClean="0"/>
              <a:t>2022-06-24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37F82B-58F8-24FF-35DB-24A707672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1A7D4E-B2C9-2BA0-3ABB-7F2A4BE43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93519-36A9-47E6-8028-E463F5D911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471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67D6FBE-E231-65A3-4F39-56A0C863D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76254-A1C5-40CB-8F7F-2FDA76863BEB}" type="datetimeFigureOut">
              <a:rPr lang="ko-KR" altLang="en-US" smtClean="0"/>
              <a:t>2022-06-24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6216E78-2416-A07A-5E19-91CBADC72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F216ED-297A-4689-0601-00DF4A841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93519-36A9-47E6-8028-E463F5D911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5583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00CB2D-5FB4-EA61-E691-3BCF386C1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12ED80-5FF0-C40C-A3CA-6FB5B53E8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5C7C9F9-7FEE-0D9F-5295-B2976E10E0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211E65-DD22-87E7-5663-5BB5AF9D6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76254-A1C5-40CB-8F7F-2FDA76863BEB}" type="datetimeFigureOut">
              <a:rPr lang="ko-KR" altLang="en-US" smtClean="0"/>
              <a:t>2022-06-24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9DB29B-AEA1-4121-B7A4-7D79E2D88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98FF0C-8535-7FC5-3A9C-4741D137F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93519-36A9-47E6-8028-E463F5D911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0696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9E1281-B391-C061-3E0B-FEEDD5FB9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D10FCC2-B027-EB67-5B4E-03A59A8A7D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28432A-8C1C-6CA1-C324-504EEDB46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FFA3EC-B0FD-49E0-8863-F37AE3546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76254-A1C5-40CB-8F7F-2FDA76863BEB}" type="datetimeFigureOut">
              <a:rPr lang="ko-KR" altLang="en-US" smtClean="0"/>
              <a:t>2022-06-24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95E8DB-75EC-C3D3-0F64-8C296F789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7DBFD3-FF65-EC27-AD9F-017E641F7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93519-36A9-47E6-8028-E463F5D911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8330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9CAA6-0E89-CB40-2D8B-A04E6B2F4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9DB8DD-FC59-18F7-6291-942A4B5336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817C6B-0770-F0B9-0EC6-6A5E5252E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76254-A1C5-40CB-8F7F-2FDA76863BEB}" type="datetimeFigureOut">
              <a:rPr lang="ko-KR" altLang="en-US" smtClean="0"/>
              <a:t>2022-06-24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A80628-88A4-E6DE-E361-22FAF98E8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20C361-AB4C-141A-B5CF-645FB6520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93519-36A9-47E6-8028-E463F5D911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098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DE08A96-5AA3-A499-C758-75764610AF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7D1F4E1-49FE-6935-6150-2D82E364C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4094DC-721A-056B-10D5-11214C1C6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76254-A1C5-40CB-8F7F-2FDA76863BEB}" type="datetimeFigureOut">
              <a:rPr lang="ko-KR" altLang="en-US" smtClean="0"/>
              <a:t>2022-06-24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4B8877-00E2-60A1-E206-98EC55593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C38684-8FF7-FAC9-B293-0ABD8D31A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93519-36A9-47E6-8028-E463F5D911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617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E052E4A-98E1-A58C-A637-B9B24718C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4D5606-0EED-55E4-05A7-25B45EC098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14ED0D-00E7-C12A-04EB-19AAB9F9DD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76254-A1C5-40CB-8F7F-2FDA76863BEB}" type="datetimeFigureOut">
              <a:rPr lang="ko-KR" altLang="en-US" smtClean="0"/>
              <a:t>2022-06-24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D3B5C7-39F3-F75A-7799-2F4008618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4441DC-8084-5DDE-27A0-D9DF62903C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993519-36A9-47E6-8028-E463F5D911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2922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87DAE-E498-813B-9719-ADC1BD770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16777"/>
            <a:ext cx="9144000" cy="993186"/>
          </a:xfrm>
        </p:spPr>
        <p:txBody>
          <a:bodyPr/>
          <a:lstStyle/>
          <a:p>
            <a:r>
              <a:rPr lang="ko-KR" altLang="en-US" dirty="0"/>
              <a:t>문서 취합 기능 개발</a:t>
            </a:r>
          </a:p>
        </p:txBody>
      </p:sp>
      <p:sp>
        <p:nvSpPr>
          <p:cNvPr id="4" name="액자 3">
            <a:extLst>
              <a:ext uri="{FF2B5EF4-FFF2-40B4-BE49-F238E27FC236}">
                <a16:creationId xmlns:a16="http://schemas.microsoft.com/office/drawing/2014/main" id="{50C0BB56-F539-F735-E3B9-EE2A4866EE32}"/>
              </a:ext>
            </a:extLst>
          </p:cNvPr>
          <p:cNvSpPr/>
          <p:nvPr/>
        </p:nvSpPr>
        <p:spPr>
          <a:xfrm>
            <a:off x="2394857" y="2342606"/>
            <a:ext cx="7350034" cy="1245325"/>
          </a:xfrm>
          <a:prstGeom prst="fram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84A9C8-8820-6BF3-27B0-75943809093F}"/>
              </a:ext>
            </a:extLst>
          </p:cNvPr>
          <p:cNvSpPr txBox="1"/>
          <p:nvPr/>
        </p:nvSpPr>
        <p:spPr>
          <a:xfrm>
            <a:off x="4615543" y="3962400"/>
            <a:ext cx="2778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유재학</a:t>
            </a:r>
          </a:p>
        </p:txBody>
      </p:sp>
    </p:spTree>
    <p:extLst>
      <p:ext uri="{BB962C8B-B14F-4D97-AF65-F5344CB8AC3E}">
        <p14:creationId xmlns:p14="http://schemas.microsoft.com/office/powerpoint/2010/main" val="2971618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74D328-89C1-34A6-463B-C81F5FA69899}"/>
              </a:ext>
            </a:extLst>
          </p:cNvPr>
          <p:cNvSpPr txBox="1"/>
          <p:nvPr/>
        </p:nvSpPr>
        <p:spPr>
          <a:xfrm>
            <a:off x="365760" y="339634"/>
            <a:ext cx="2664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01. </a:t>
            </a:r>
            <a:r>
              <a:rPr lang="ko-KR" altLang="en-US" dirty="0"/>
              <a:t>요구사항 명세서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CDF8988A-58DD-4EFE-BFF1-6C4D62365A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820011"/>
              </p:ext>
            </p:extLst>
          </p:nvPr>
        </p:nvGraphicFramePr>
        <p:xfrm>
          <a:off x="687978" y="1227909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2045">
                  <a:extLst>
                    <a:ext uri="{9D8B030D-6E8A-4147-A177-3AD203B41FA5}">
                      <a16:colId xmlns:a16="http://schemas.microsoft.com/office/drawing/2014/main" val="251122758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424593606"/>
                    </a:ext>
                  </a:extLst>
                </a:gridCol>
                <a:gridCol w="7812315">
                  <a:extLst>
                    <a:ext uri="{9D8B030D-6E8A-4147-A177-3AD203B41FA5}">
                      <a16:colId xmlns:a16="http://schemas.microsoft.com/office/drawing/2014/main" val="21680744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417176824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ysClr val="windowText" lastClr="000000"/>
                          </a:solidFill>
                        </a:rPr>
                        <a:t>요구사항 명칭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b="0" i="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+mj-lt"/>
                        </a:rPr>
                        <a:t>로그인 및 회원가입 기능 추가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b="0" i="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680198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ysClr val="windowText" lastClr="000000"/>
                          </a:solidFill>
                        </a:rPr>
                        <a:t>요구사항 개요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ID</a:t>
                      </a:r>
                      <a:r>
                        <a:rPr lang="ko-KR" altLang="en-US" dirty="0"/>
                        <a:t>와 비밀번호로 로그인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계정이 없을 시 회원가입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30843"/>
                  </a:ext>
                </a:extLst>
              </a:tr>
              <a:tr h="8534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요구사항 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상세설명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회원가입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로그인 기능 구축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947225"/>
                  </a:ext>
                </a:extLst>
              </a:tr>
              <a:tr h="256032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세부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내용</a:t>
                      </a:r>
                      <a:endParaRPr lang="en-US" altLang="ko-KR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85750" indent="-285750" algn="ctr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dirty="0"/>
                        <a:t>일반회원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직원 로그인 가능</a:t>
                      </a:r>
                      <a:endParaRPr lang="en-US" altLang="ko-KR" dirty="0"/>
                    </a:p>
                    <a:p>
                      <a:pPr marL="285750" indent="-285750" algn="ctr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홈페이지 접속 시 로그인</a:t>
                      </a:r>
                      <a:r>
                        <a:rPr lang="en-US" altLang="ko-KR" sz="1400" dirty="0"/>
                        <a:t>(ID /PW)</a:t>
                      </a:r>
                    </a:p>
                    <a:p>
                      <a:pPr marL="285750" indent="-285750" algn="ctr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마이페이지에서 수정 가능 기능</a:t>
                      </a:r>
                      <a:endParaRPr lang="en-US" altLang="ko-KR" sz="1400" dirty="0"/>
                    </a:p>
                    <a:p>
                      <a:pPr marL="285750" indent="-285750" algn="ctr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계정이 없을 땐 회원가입 기능</a:t>
                      </a:r>
                      <a:endParaRPr lang="en-US" altLang="ko-KR" sz="1400" dirty="0"/>
                    </a:p>
                    <a:p>
                      <a:pPr marL="285750" indent="-285750" algn="ctr" latinLnBrk="1">
                        <a:buFont typeface="Arial" panose="020B0604020202020204" pitchFamily="34" charset="0"/>
                        <a:buChar char="•"/>
                      </a:pPr>
                      <a:endParaRPr lang="en-US" altLang="ko-KR" sz="1400" dirty="0"/>
                    </a:p>
                    <a:p>
                      <a:pPr marL="285750" indent="-285750" algn="ctr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dirty="0"/>
                        <a:t>회원가입 기능</a:t>
                      </a:r>
                      <a:endParaRPr lang="en-US" altLang="ko-KR" dirty="0"/>
                    </a:p>
                    <a:p>
                      <a:pPr marL="285750" indent="-285750" algn="ctr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dirty="0"/>
                        <a:t>ID,</a:t>
                      </a:r>
                      <a:r>
                        <a:rPr lang="ko-KR" altLang="en-US" sz="1400" dirty="0"/>
                        <a:t> 비밀번호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이름</a:t>
                      </a:r>
                      <a:r>
                        <a:rPr lang="en-US" altLang="ko-KR" sz="1400" dirty="0"/>
                        <a:t>,</a:t>
                      </a:r>
                      <a:r>
                        <a:rPr lang="ko-KR" altLang="en-US" sz="1400" dirty="0"/>
                        <a:t> 사진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이메일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직급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소속회사명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221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2274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74D328-89C1-34A6-463B-C81F5FA69899}"/>
              </a:ext>
            </a:extLst>
          </p:cNvPr>
          <p:cNvSpPr txBox="1"/>
          <p:nvPr/>
        </p:nvSpPr>
        <p:spPr>
          <a:xfrm>
            <a:off x="365760" y="339634"/>
            <a:ext cx="2664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01. </a:t>
            </a:r>
            <a:r>
              <a:rPr lang="ko-KR" altLang="en-US" dirty="0"/>
              <a:t>요구사항 명세서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CDF8988A-58DD-4EFE-BFF1-6C4D62365A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651147"/>
              </p:ext>
            </p:extLst>
          </p:nvPr>
        </p:nvGraphicFramePr>
        <p:xfrm>
          <a:off x="687978" y="1227909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2045">
                  <a:extLst>
                    <a:ext uri="{9D8B030D-6E8A-4147-A177-3AD203B41FA5}">
                      <a16:colId xmlns:a16="http://schemas.microsoft.com/office/drawing/2014/main" val="251122758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424593606"/>
                    </a:ext>
                  </a:extLst>
                </a:gridCol>
                <a:gridCol w="7812315">
                  <a:extLst>
                    <a:ext uri="{9D8B030D-6E8A-4147-A177-3AD203B41FA5}">
                      <a16:colId xmlns:a16="http://schemas.microsoft.com/office/drawing/2014/main" val="21680744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417176824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ysClr val="windowText" lastClr="000000"/>
                          </a:solidFill>
                        </a:rPr>
                        <a:t>요구사항 명칭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b="0" i="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+mj-lt"/>
                        </a:rPr>
                        <a:t>게시판 </a:t>
                      </a:r>
                      <a:r>
                        <a:rPr lang="en-US" altLang="ko-KR" b="0" i="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+mj-lt"/>
                        </a:rPr>
                        <a:t>– </a:t>
                      </a:r>
                      <a:r>
                        <a:rPr lang="ko-KR" altLang="en-US" b="0" i="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+mj-lt"/>
                        </a:rPr>
                        <a:t>문서 취합 및 관리 기능 추가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b="0" i="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680198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ysClr val="windowText" lastClr="000000"/>
                          </a:solidFill>
                        </a:rPr>
                        <a:t>요구사항 개요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문서 취합 전용 게시판을 통해서 문서 취합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관리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30843"/>
                  </a:ext>
                </a:extLst>
              </a:tr>
              <a:tr h="8534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요구사항 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상세설명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사업장 별로 매출액 자료 문서 정리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취합 게시판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947225"/>
                  </a:ext>
                </a:extLst>
              </a:tr>
              <a:tr h="256032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세부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내용</a:t>
                      </a:r>
                      <a:endParaRPr lang="en-US" altLang="ko-KR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85750" indent="-285750" algn="ctr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dirty="0"/>
                        <a:t>문서 취합 게시판 등록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조회</a:t>
                      </a:r>
                      <a:endParaRPr lang="en-US" altLang="ko-KR" sz="1400" dirty="0"/>
                    </a:p>
                    <a:p>
                      <a:pPr marL="285750" indent="-285750" algn="ctr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게시글 등록 시 </a:t>
                      </a:r>
                      <a:r>
                        <a:rPr lang="ko-KR" altLang="en-US" sz="1400" dirty="0" err="1"/>
                        <a:t>문서취합</a:t>
                      </a:r>
                      <a:r>
                        <a:rPr lang="ko-KR" altLang="en-US" sz="1400" dirty="0"/>
                        <a:t> 기간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문서 조회와 업로드 권한을 부여할 회사</a:t>
                      </a:r>
                      <a:endParaRPr lang="en-US" altLang="ko-KR" sz="1400" dirty="0"/>
                    </a:p>
                    <a:p>
                      <a:pPr marL="285750" indent="-285750" algn="ctr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제목</a:t>
                      </a:r>
                      <a:r>
                        <a:rPr lang="en-US" altLang="ko-KR" sz="1400" dirty="0"/>
                        <a:t>,</a:t>
                      </a:r>
                      <a:r>
                        <a:rPr lang="ko-KR" altLang="en-US" sz="1400" dirty="0"/>
                        <a:t>본문</a:t>
                      </a:r>
                      <a:r>
                        <a:rPr lang="en-US" altLang="ko-KR" sz="1400" dirty="0"/>
                        <a:t>,</a:t>
                      </a:r>
                      <a:r>
                        <a:rPr lang="ko-KR" altLang="en-US" sz="1400" dirty="0" err="1"/>
                        <a:t>파일업로드</a:t>
                      </a:r>
                      <a:r>
                        <a:rPr lang="ko-KR" altLang="en-US" sz="1400" dirty="0"/>
                        <a:t> 기능</a:t>
                      </a:r>
                      <a:endParaRPr lang="en-US" altLang="ko-KR" sz="1400" dirty="0"/>
                    </a:p>
                    <a:p>
                      <a:pPr marL="285750" indent="-285750" algn="ctr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게시글 수정 및 삭제 기능</a:t>
                      </a:r>
                      <a:endParaRPr lang="en-US" altLang="ko-KR" sz="1400" dirty="0"/>
                    </a:p>
                    <a:p>
                      <a:pPr marL="285750" indent="-285750" algn="ctr" latinLnBrk="1">
                        <a:buFont typeface="Arial" panose="020B0604020202020204" pitchFamily="34" charset="0"/>
                        <a:buChar char="•"/>
                      </a:pPr>
                      <a:endParaRPr lang="en-US" altLang="ko-KR" sz="1400" dirty="0"/>
                    </a:p>
                    <a:p>
                      <a:pPr marL="285750" indent="-285750" algn="ctr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dirty="0"/>
                        <a:t>게시글 문서 리스트</a:t>
                      </a:r>
                      <a:endParaRPr lang="en-US" altLang="ko-KR" dirty="0"/>
                    </a:p>
                    <a:p>
                      <a:pPr marL="285750" indent="-285750" algn="ctr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업로드 시 게시판에 리스트 생성</a:t>
                      </a:r>
                      <a:endParaRPr lang="en-US" altLang="ko-KR" sz="1400" dirty="0"/>
                    </a:p>
                    <a:p>
                      <a:pPr marL="285750" indent="-285750" algn="ctr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문서 조회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업로드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댓글</a:t>
                      </a:r>
                      <a:endParaRPr lang="en-US" altLang="ko-KR" sz="1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221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554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74D328-89C1-34A6-463B-C81F5FA69899}"/>
              </a:ext>
            </a:extLst>
          </p:cNvPr>
          <p:cNvSpPr txBox="1"/>
          <p:nvPr/>
        </p:nvSpPr>
        <p:spPr>
          <a:xfrm>
            <a:off x="365760" y="339634"/>
            <a:ext cx="2664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01. </a:t>
            </a:r>
            <a:r>
              <a:rPr lang="ko-KR" altLang="en-US" dirty="0"/>
              <a:t>요구사항 명세서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CDF8988A-58DD-4EFE-BFF1-6C4D62365A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444465"/>
              </p:ext>
            </p:extLst>
          </p:nvPr>
        </p:nvGraphicFramePr>
        <p:xfrm>
          <a:off x="687978" y="1227909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2045">
                  <a:extLst>
                    <a:ext uri="{9D8B030D-6E8A-4147-A177-3AD203B41FA5}">
                      <a16:colId xmlns:a16="http://schemas.microsoft.com/office/drawing/2014/main" val="251122758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424593606"/>
                    </a:ext>
                  </a:extLst>
                </a:gridCol>
                <a:gridCol w="7812315">
                  <a:extLst>
                    <a:ext uri="{9D8B030D-6E8A-4147-A177-3AD203B41FA5}">
                      <a16:colId xmlns:a16="http://schemas.microsoft.com/office/drawing/2014/main" val="21680744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417176824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ysClr val="windowText" lastClr="000000"/>
                          </a:solidFill>
                        </a:rPr>
                        <a:t>요구사항 명칭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b="0" i="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+mj-lt"/>
                        </a:rPr>
                        <a:t>문서 취합요청 및 수정완료 알림 기능 추가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b="0" i="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680198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ysClr val="windowText" lastClr="000000"/>
                          </a:solidFill>
                        </a:rPr>
                        <a:t>요구사항 개요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문서 취합요청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수정완료 시 대상자에게 이메일로 알림 발송 기능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30843"/>
                  </a:ext>
                </a:extLst>
              </a:tr>
              <a:tr h="8534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요구사항 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상세설명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정의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사업장 별로 요구사항 완료 시 이메일 발송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7947225"/>
                  </a:ext>
                </a:extLst>
              </a:tr>
              <a:tr h="256032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세부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내용</a:t>
                      </a:r>
                      <a:endParaRPr lang="en-US" altLang="ko-KR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85750" indent="-285750" algn="ctr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dirty="0"/>
                        <a:t>문서 취합과 업로드를 요청하는 기능</a:t>
                      </a:r>
                      <a:endParaRPr lang="en-US" altLang="ko-KR" dirty="0"/>
                    </a:p>
                    <a:p>
                      <a:pPr marL="285750" indent="-285750" algn="ctr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dirty="0"/>
                        <a:t>요구사항을 담당자에게 요청하는 기능</a:t>
                      </a:r>
                      <a:endParaRPr lang="en-US" altLang="ko-KR" sz="1400" dirty="0"/>
                    </a:p>
                    <a:p>
                      <a:pPr marL="285750" indent="-285750" algn="ctr" latinLnBrk="1">
                        <a:buFont typeface="Arial" panose="020B0604020202020204" pitchFamily="34" charset="0"/>
                        <a:buChar char="•"/>
                      </a:pPr>
                      <a:endParaRPr lang="en-US" altLang="ko-KR" sz="1400" dirty="0"/>
                    </a:p>
                    <a:p>
                      <a:pPr marL="285750" indent="-285750" algn="ctr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dirty="0"/>
                        <a:t>요구 사항 완료 시 해당 사업장에게 알람 발송 기능</a:t>
                      </a:r>
                      <a:endParaRPr lang="en-US" altLang="ko-KR" sz="1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221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3978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74D328-89C1-34A6-463B-C81F5FA69899}"/>
              </a:ext>
            </a:extLst>
          </p:cNvPr>
          <p:cNvSpPr txBox="1"/>
          <p:nvPr/>
        </p:nvSpPr>
        <p:spPr>
          <a:xfrm>
            <a:off x="365760" y="339634"/>
            <a:ext cx="2664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02. </a:t>
            </a:r>
            <a:r>
              <a:rPr lang="ko-KR" altLang="en-US" dirty="0"/>
              <a:t>화면 리스트</a:t>
            </a: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012CBD64-EAFD-D03D-D5FC-D4BE26C0A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925306"/>
              </p:ext>
            </p:extLst>
          </p:nvPr>
        </p:nvGraphicFramePr>
        <p:xfrm>
          <a:off x="526869" y="993190"/>
          <a:ext cx="11138262" cy="51810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6377">
                  <a:extLst>
                    <a:ext uri="{9D8B030D-6E8A-4147-A177-3AD203B41FA5}">
                      <a16:colId xmlns:a16="http://schemas.microsoft.com/office/drawing/2014/main" val="2172897673"/>
                    </a:ext>
                  </a:extLst>
                </a:gridCol>
                <a:gridCol w="1997165">
                  <a:extLst>
                    <a:ext uri="{9D8B030D-6E8A-4147-A177-3AD203B41FA5}">
                      <a16:colId xmlns:a16="http://schemas.microsoft.com/office/drawing/2014/main" val="1926672115"/>
                    </a:ext>
                  </a:extLst>
                </a:gridCol>
                <a:gridCol w="5428343">
                  <a:extLst>
                    <a:ext uri="{9D8B030D-6E8A-4147-A177-3AD203B41FA5}">
                      <a16:colId xmlns:a16="http://schemas.microsoft.com/office/drawing/2014/main" val="3321156369"/>
                    </a:ext>
                  </a:extLst>
                </a:gridCol>
                <a:gridCol w="1856377">
                  <a:extLst>
                    <a:ext uri="{9D8B030D-6E8A-4147-A177-3AD203B41FA5}">
                      <a16:colId xmlns:a16="http://schemas.microsoft.com/office/drawing/2014/main" val="3615586475"/>
                    </a:ext>
                  </a:extLst>
                </a:gridCol>
              </a:tblGrid>
              <a:tr h="4685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분류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페이지 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상세 설명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권한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910213"/>
                  </a:ext>
                </a:extLst>
              </a:tr>
              <a:tr h="42782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계정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개인정보 입력 후 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개인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242836"/>
                  </a:ext>
                </a:extLst>
              </a:tr>
              <a:tr h="4278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로그인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ID,PW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입력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385296"/>
                  </a:ext>
                </a:extLst>
              </a:tr>
              <a:tr h="4888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내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내 개인정보 관리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알림 수신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183571"/>
                  </a:ext>
                </a:extLst>
              </a:tr>
              <a:tr h="49569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게시글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문서 취합 게시글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문서 취합 게시글 리스트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조회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관리자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193034"/>
                  </a:ext>
                </a:extLst>
              </a:tr>
              <a:tr h="4956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문서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요청팝업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문서 요청을 보낼 사용자의 이메일 입력 후 요청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관리자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92758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문서 취합 게시글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일반 회원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일반 회원의 게시글 조회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업로드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삭제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개인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501794"/>
                  </a:ext>
                </a:extLst>
              </a:tr>
              <a:tr h="17365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추가사항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미정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636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3804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284</Words>
  <Application>Microsoft Office PowerPoint</Application>
  <PresentationFormat>와이드스크린</PresentationFormat>
  <Paragraphs>80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Wingdings</vt:lpstr>
      <vt:lpstr>Office 테마</vt:lpstr>
      <vt:lpstr>문서 취합 기능 개발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문서 취합 기능 개발</dc:title>
  <dc:creator>유 재학</dc:creator>
  <cp:lastModifiedBy>유 재학</cp:lastModifiedBy>
  <cp:revision>1</cp:revision>
  <dcterms:created xsi:type="dcterms:W3CDTF">2022-06-24T07:32:42Z</dcterms:created>
  <dcterms:modified xsi:type="dcterms:W3CDTF">2022-06-24T09:02:38Z</dcterms:modified>
</cp:coreProperties>
</file>